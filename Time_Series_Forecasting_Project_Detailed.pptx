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Forecasting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ARIMA and LSTM Models</a:t>
            </a:r>
          </a:p>
          <a:p/>
          <a:p>
            <a:r>
              <a:t>Name: Kendre Mayuri Tukaram</a:t>
            </a:r>
          </a:p>
          <a:p>
            <a:r>
              <a:t>Branch: Computer Engineering</a:t>
            </a:r>
          </a:p>
          <a:p>
            <a:r>
              <a:t>College: Government Polytechnic Dharashiv</a:t>
            </a:r>
          </a:p>
          <a:p>
            <a:r>
              <a:t>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series forecasting is a technique used to predict future values based on past data.</a:t>
            </a:r>
          </a:p>
          <a:p/>
          <a:p>
            <a:r>
              <a:t>It analyzes trends, seasonality, and patterns over time.</a:t>
            </a:r>
          </a:p>
          <a:p>
            <a:r>
              <a:t>This project focuses on forecasting sales using historical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need accurate forecasting for better planning and decision-making.</a:t>
            </a:r>
          </a:p>
          <a:p/>
          <a:p>
            <a:r>
              <a:t>The challenge is to predict future sales values using past time series data.</a:t>
            </a:r>
          </a:p>
          <a:p>
            <a:r>
              <a:t>We aim to build reliable forecasting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Understand time series data</a:t>
            </a:r>
          </a:p>
          <a:p>
            <a:r>
              <a:t>2. Perform data preprocessing and analysis</a:t>
            </a:r>
          </a:p>
          <a:p>
            <a:r>
              <a:t>3. Apply ARIMA and LSTM models</a:t>
            </a:r>
          </a:p>
          <a:p>
            <a:r>
              <a:t>4. Compare model performance</a:t>
            </a:r>
          </a:p>
          <a:p>
            <a:r>
              <a:t>5. Predict future values accurately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daily sales records.</a:t>
            </a:r>
          </a:p>
          <a:p/>
          <a:p>
            <a:r>
              <a:t>Attributes:</a:t>
            </a:r>
          </a:p>
          <a:p>
            <a:r>
              <a:t>- Date</a:t>
            </a:r>
          </a:p>
          <a:p>
            <a:r>
              <a:t>- Sales</a:t>
            </a:r>
          </a:p>
          <a:p/>
          <a:p>
            <a:r>
              <a:t>Total Records: 200</a:t>
            </a:r>
          </a:p>
          <a:p>
            <a:r>
              <a:t>Dataset is suitable for time series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date column into datetime format.</a:t>
            </a:r>
          </a:p>
          <a:p>
            <a:r>
              <a:t>Checked and handled missing values.</a:t>
            </a:r>
          </a:p>
          <a:p>
            <a:r>
              <a:t>Normalized sales data for LSTM model.</a:t>
            </a:r>
          </a:p>
          <a:p>
            <a:r>
              <a:t>Split data into training and testing 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trend and seasonality analysis.</a:t>
            </a:r>
          </a:p>
          <a:p>
            <a:r>
              <a:t>Visualized data using line plots.</a:t>
            </a:r>
          </a:p>
          <a:p>
            <a:r>
              <a:t>Observed overall increasing trend with fluctuations.</a:t>
            </a:r>
          </a:p>
          <a:p>
            <a:r>
              <a:t>EDA helps in model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ARIMA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ARIMA stands for Auto-Regressive Integrated Moving Average.</a:t>
            </a:r>
          </a:p>
          <a:p/>
          <a:p>
            <a:r>
              <a:t>It is a statistical model suitable for linear time series data.</a:t>
            </a:r>
          </a:p>
          <a:p>
            <a:r>
              <a:t>Parameters used: p, d, q.</a:t>
            </a:r>
          </a:p>
          <a:p>
            <a:r>
              <a:t>ARIMA predicts future values based on past observations.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LSTM stands for Long Short-Term Memory.</a:t>
            </a:r>
          </a:p>
          <a:p/>
          <a:p>
            <a:r>
              <a:t>It is a type of Recurrent Neural Network.</a:t>
            </a:r>
          </a:p>
          <a:p>
            <a:r>
              <a:t>LSTM handles long-term dependencies effectively.</a:t>
            </a:r>
          </a:p>
          <a:p>
            <a:r>
              <a:t>It performs well for complex and non-linear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/>
          <a:p>
            <a:r>
              <a:t>Libraries Used:</a:t>
            </a:r>
          </a:p>
          <a:p>
            <a:r>
              <a:t>- NumPy</a:t>
            </a:r>
          </a:p>
          <a:p>
            <a:r>
              <a:t>- Pandas</a:t>
            </a:r>
          </a:p>
          <a:p>
            <a:r>
              <a:t>- Matplotlib</a:t>
            </a:r>
          </a:p>
          <a:p>
            <a:r>
              <a:t>- Statsmodels</a:t>
            </a:r>
          </a:p>
          <a:p>
            <a:r>
              <a:t>- TensorFlow / Keras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ARIMA and LSTM models were trained and tested.</a:t>
            </a:r>
          </a:p>
          <a:p/>
          <a:p>
            <a:r>
              <a:t>LSTM model showed better prediction accuracy.</a:t>
            </a:r>
          </a:p>
          <a:p>
            <a:r>
              <a:t>Error metrics such as RMSE were used for evaluation.</a:t>
            </a:r>
          </a:p>
          <a:p>
            <a:r>
              <a:t>Actual vs Predicted graphs were generated.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Time series forecasting helps in effective planning.</a:t>
            </a:r>
          </a:p>
          <a:p>
            <a:r>
              <a:t>LSTM outperformed ARIMA in this project.</a:t>
            </a:r>
          </a:p>
          <a:p/>
          <a:p>
            <a:r>
              <a:t>Future Scope:</a:t>
            </a:r>
          </a:p>
          <a:p>
            <a:r>
              <a:t>- Use real-time data</a:t>
            </a:r>
          </a:p>
          <a:p>
            <a:r>
              <a:t>- Deploy as web application</a:t>
            </a:r>
          </a:p>
          <a:p>
            <a:r>
              <a:t>- Try hybrid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